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MICRO-SERVICES • JOURNÉE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FlexShop et services qui communiquent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S6 · S7 · S8 — Initiation, théorie, deux TP pratiques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0" y="329184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heures · 4 séances · le projet noté démarre aujourd'hui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LA JOURNÉE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va vivre ensemble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(1h45)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projet — découpage, équipes, contrats d'API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(1h45)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inter-services — sync, async, idempotence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(1h45)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votre premier service Symfony (Avis-Clients)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(1h45)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Docker et docker-compose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: vous avez 2 services qui tournent ensemble dans Docker, et vous savez qui fait quoi dans le projet.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SÉANCE • 1H45 • COURS + ATELIER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— Initiation projet FlexShop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noté démarre maintenant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MENU DE S5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la séance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noté FlexShop (objectifs, jalons, barème)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l'architecture cible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équipes : métier vs Platform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au sort des équipes (et attribution des services)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: rédaction des premiers contrats d'API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Rituels de coordination entre les journées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de S5 : vous savez dans quelle équipe vous êtes et ce qu'attend votre service.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S5.1 — LE PROJET NOTÉ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FlexShop — votre fil rouge du semestre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plateforme e-commerce en micro-services collectivement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de la note du module (le reste : examen 35%, TP 15%)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Git, doc OpenAPI, démo finale, soutenance individuelle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d'équipe + note individuelle (contributions Git + soutenance)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jalons : J2 (init), entre J2 et J3 (dev intensif), J3-J4-J5 (enrichissement), soutenance finale.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S5.2 — ARCHITECTURE CIBLE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cible de FlexShop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822960" cy="82296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1945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25880" y="2377440"/>
            <a:ext cx="457200" cy="36576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194560"/>
            <a:ext cx="1554480" cy="822960"/>
          </a:xfrm>
          <a:prstGeom prst="rect">
            <a:avLst/>
          </a:prstGeom>
          <a:solidFill>
            <a:srgbClr val="C7951C"/>
          </a:solidFill>
          <a:ln w="25400">
            <a:solidFill>
              <a:srgbClr val="C795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94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(Traefik)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1280160"/>
            <a:ext cx="1463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280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(Django)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280160"/>
            <a:ext cx="1463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280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Avis-Clients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(Symfony)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1280160"/>
            <a:ext cx="1463040" cy="82296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280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(Symfony+JWT)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3200400"/>
            <a:ext cx="1463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(Symfony)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3200400"/>
            <a:ext cx="1463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(Symfony)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3200400"/>
            <a:ext cx="1463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(Symfony)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Services communs (TP individuel) · ⬜ Services équipes métier · 🟦 Platform (transverse)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(Django, fait en S4) et Avis-Clients (Symfony, fait en S7) sont communs à tous.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S5.3 — ÉQUIPES MÉTIER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par service métier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3 étudiants par équipe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le contrat d'API, développer le service en Symfony, le doc, le tester, le dockeriser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candidats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Panier, Commande, Notifications, Paiement (selon nombre d'équipes)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imposée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+ Doctrine + API Platform + MariaDB ou PostgreSQL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dépôt Git autonome + une spec OpenAPI publiée aux autres équipes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est maîtresse de son service — mais doit respecter le contrat qu'elle a publié.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S5.3 — ÉQUIPE PLATFORM (TRANSVERSE)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pour tout ce qui n'est pas métier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3 étudiants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ou Kong, point d'entrée unique vers tous les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Auth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+ JWT, émet les tokens, vérifie l'identité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global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 TOUS les services + leurs BD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maintient le diagramme à jour, arbitre les contrats d'API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officielles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et Avis-Clients pour le projet collectif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service métier à développer — l'équipe Platform fait tourner l'ensemble.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S5.4 — FORMATION DES ÉQUIPES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TIRAGE AU SORT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FlexShop Draft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73152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9718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RÈGLES DU TIRAGE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32918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à l'aveugle 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choisit ses coéquipiers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figée 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échange entre équipes après le tirage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attribué 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l'ordre des équipes tirées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Reflète la vraie vie 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entreprise, vous ne choisissez pas vos collègues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utilise l'outil FlexShop Draft pour le tirage maintenant 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S5.5 — ATELIER • 25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brouillon des contrats d'API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équipe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un brouillon du contrat d'API de votre service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endpoints (verbe + URI + payload + code retour)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échangées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champs JSON en entrée et en sortie 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autres services vous devez appeler 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présente son contrat en 2 minutes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contrats deviendront vos specs OpenAPI à finaliser dans la semaine.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S5.6 — RITUELS ET ORGANISATION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se coordonne entre les journées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hebdo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en visio, chaque équipe montre où elle en est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d'API figés à J+7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publie sa spec OpenAPI sur Git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 review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Platform valide la cohérence à mi-parcours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Discord/Slack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 par équipe + un canal #archi pour les questions transverses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individuelle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basée sur vos contributions Git réelles (commits, PRs)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Platform anime les rituels — c'est leur mission de coordination.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FAIT EN S5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choses à retenir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FlexShop pèse 50% de la note finale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 : Gateway + services métier + services communs + Platform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métier (1 service en Symfony) + équipe Platform (transverse)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au sort effectué : votre équipe est fixée, votre service est attribué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Rituels en place : sprint review hebdo, contrats d'API figés à J+7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VIENT DE FINIR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— Initiation projet FlexShop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34840" y="2011680"/>
            <a:ext cx="27432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926080"/>
            <a:ext cx="914400" cy="54864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— Communication inter-services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savez QUI fait QUOI. Maintenant : COMMENT vos services vont-ils se parler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DEUXIÈME SÉANCE • 1H45 • COURS THÉORIQUE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— Communication inter-services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Sync, async, idempotence, fiabilité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MENU DE S6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vos services dialoguent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synchrone vs asynchrone — quand utiliser quoi 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L'idempotence : la propriété cruciale en distribué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brokers de messages : RabbitMQ, Kafka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garanties de livraison : at-most-once, at-least-once, exactly-once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 fiabilité : retry, timeout, circuit breaker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trios habituel : amorce → débat → synthèse. Et préparation à J3 (Sagas).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9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DICO — À GARDER SOUS LES YEUX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 S6 — Termes du jour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vocabulaire de la communication distribuée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NOUVEAUX TERMES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appel bloquant, attente de la réponse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appel non bloquant, on ne bloque pas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intermédiaire de messages (RabbitMQ, Kafka)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file d'attente FIFO, 1 message → 1 consommateur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canal pub/sub, 1 message → N consommateurs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publish/subscribe — diffusion à plusieurs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Request/Reply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pattern question-réponse synchrone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j'envoie et j'oublie, pas de réponse attendue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appeler N fois = même résultat (rappel)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réessayer en cas d'échec, avec backoff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file des messages non traitables après N retries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arrête d'appeler un service KO pour le protéger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ralentir si le consommateur ne suit pas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garantit ≥ 1 livraison (peut doubler)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At-most-once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garantit ≤ 1 livraison (peut perdre)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garantit exactement 1 livraison (le graal, complexe)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broker AMQP, queues classiques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broker log distribué, gros volumes, replay possible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RAPPEL — DÉJÀ VUS PRÉCÉDEMMENT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J1 :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HTTP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de statut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 (GET/PUT/DELETE)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1/5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clique « Valider commande ».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service Commande doit : appeler Paiement (3s), envoyer un mail (1s), mettre à jour le stock (200ms), notifier la logistique (500ms).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on enchaîne tout en synchrone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problèmes ? Comment feriez-vous mieux 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Synchrone vs Asynchrone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Synchrone : on bloque en attendant la réponse. Asynchrone : on envoie et on continue.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Synchrone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classique. Simple, direct. Latences s'additionnent. Si un service tombe, tout tombe.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Asynchrone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broker (RabbitMQ, Kafka). Découplé. Résilient. Plus complexe à raisonner.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utile pour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immédiates indispensables (login, lecture catalogue).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utile pour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longues, événements, notifications, traitements en lot.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réponse : tout en synchrone. Bonne réponse : Paiement en sync (réponse au client), reste en async.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2/5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vient d'être validée.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services veulent être notifiés : Stock, Fidélité, Analytics, Recommandations, Newsletter, BI, Fraude, Logistique, CRM, Comptabilité.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codez quoi ? 10 appels REST depuis le service Commande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problème ? Quelle solution 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REST ne suffit plus : pub/sub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= couplage point à point. À chaque nouveau consommateur, le producteur doit ajouter un appel. Avec un broker pub/sub, le producteur publie un événement, les consommateurs s'abonnent.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REST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appelle 10 services. Si un tombe, on retry. Si on en ajoute un 11e, on modifie Commande.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pub/sub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publie « OrderConfirmed ». Les 10 (ou 11, ou 100) services s'abonnent. Commande ne sait pas qui écoute.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Découplage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producteur ne connaît plus ses consommateurs. Évolution séparée.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(topics), Kafka (logs distribués).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services doivent réagir à un événement → pub/sub via broker. Pas N appels REST en cascade.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3/5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service Paiement envoie une requête POST /charge à Stripe.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au bout de 30 sec. Stripe a-t-il traité la transaction ? On ne sait pas.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code retry automatiquement. Si Stripe avait déjà traité, le client est débité 2 fois.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éviter ça ? Indice : on en a parlé en S3.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rendre POST /charge idempotent, on...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un id unique côté client (idempotency key)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Stripe en lecture seule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 le timeout à 5 minutes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L'idempotence en distribué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opération idempotente peut être rejouée sans risque. Cruciale en distribué où les retries sont automatiques.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Naturellement idempotents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PUT, DELETE (déjà vu en S3).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= non idempotent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rejouer = créer 2 ressources.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génère un UUID unique par opération, l'envoie en header. Le serveur le mémorise.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Idempotency-Key obligatoire pour POST /charges. Standard du secteur.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serveur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la clé + le résultat. Si rejouée, renvoyer le résultat sans réexécuter.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 vote : A. Idempotency key = standard pour rendre POST sûr face aux retries.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4/5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services génèrent 50 000 événements par seconde en pic Black Friday.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service Analytics les consomme mais ne peut traiter que 30 000/s.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sans broker ? Avec un broker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l'apport du broker ici 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brokers de messages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broker stocke les messages entre producteurs et consommateurs. Découple, absorbe les pics, garantit la livraison.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AMQP, queues classiques. Excellent pour request/reply et pub/sub modéré.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distribué. Gros volumes, replay des messages, streaming. Standard pour event sourcing.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broker absorbe les pics. Le consommateur traite à son rythme.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messages sont stockés. Si consommateur tombe, ils restent en queue.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pour la simplicité, Kafka pour les gros volumes.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broker absorbe le pic et lisse la charge. Sans broker, le consommateur explose ou le producteur bloque.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5/5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service Notifications dépend de Mailgun pour envoyer des mails.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Mailgun tombe pendant 10 minutes. Votre service tente d'appeler Mailgun 50 fois par seconde.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service explose, vos logs aussi, votre alerting aussi.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éviter ce désastre ?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 fiabilité distribuée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distribué, les services tombent. Il faut prévoir les patterns qui protègent l'écosystème entier.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appeler sans timeout. 5-30 secondes max selon le contexte.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avec backoff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réessayer mais avec délai croissant (1s, 2s, 4s, 8s). Pas en boucle serrée.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 échecs, arrête d'appeler le service pendant X minutes. Le laisse se remettre.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non traitables après N retries → file séparée pour analyse.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expose /health, le gateway vérifie avant de router.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+ retry avec backoff + circuit breaker = trio de base de la résilience distribuée.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VERS J3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prépare la séance Sagas (J3)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on sait faire dialoguer 2 services proprement (sync ou async).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que se passe-t-il si une transaction métier doit toucher 3-4 services 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Commande → débite Paiement, décrémente Stock, déclenche Logistique. Si l'un échoue, comment annuler 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qu'on appelle les Sagas — patterns de transactions distribuées avec compensation.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 reviendra en J3, mais retenez : tout ce qu'on vient de voir est PRÉ-REQUIS.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 + retry + brokers = boîte à outils nécessaire pour comprendre les Sagas.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VU EN S6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idées clés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Synchrone (REST) pour les besoins immédiats, asynchrone (broker) pour le reste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via broker dès que N services doivent réagir à un événement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pour rendre POST sûr face aux retries automatiques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(RabbitMQ, Kafka) absorbent les pics et garantissent la livraison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+ retry backoff + circuit breaker = base de la résilience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VIENT DE FINIR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— Communication inter-services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34840" y="2011680"/>
            <a:ext cx="27432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926080"/>
            <a:ext cx="914400" cy="54864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— TP Symfony : Avis-Clients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vu la théorie. Maintenant : on code votre premier service Symfony.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TROISIÈME SÉANCE • TP • 1H45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— TP : Service Avis-Clients en Symfony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premier service Symfony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MENU — 1H45 DE PRATIQUE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du TP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codez le service Avis-Clients en Symfony (individuellement, comme le Catalogue en S4)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étapes guidées : init projet → entité Review → Doctrine → API Platform → HttpClient → tests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checkpoints collectifs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Symfony classiques signalés au fur et à mesure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: votre service Symfony répond, est documenté (Swagger gratuit avec API Platform), testé, sur Git.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9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DICO — À GARDER SOUS LES YEUX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 S7 — Termes Symfony / API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vocabulaire spécifique à Symfony et son écosystème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NOUVEAUX TERMES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framework PHP, équivalent de Django en Python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gestionnaire de dépendances PHP (= pip)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ORM Symfony (= Django ORM)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Doctrine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classe PHP représentant une table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classe pour requêter les entités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fichier de transition de schéma (comme Django)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Platform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bundle qui auto-génère API REST + OpenAPI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ApiResource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annotation pour exposer une entité en API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client HTTP de Symfony (appels inter-services)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composant Symfony de validation des données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module Symfony (= app Django ou package)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framework de tests PHP (= unittest Python)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container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système d'injection de dépendances Symfony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Twig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moteur de templates Symfony (pas utilisé ici, API only)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RAPPEL — DÉJÀ VUS PRÉCÉDEMMENT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S4 (Django) :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ViewSet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OpenAPI/Swagger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Avis-Clients pour FlexShop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Symfony qui gère les avis sur les produits du Catalogue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Review = note (1-5) + commentaire + productId + auteur + date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CRUD complets via API Platform (auto-générés)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appeler le service Catalogue (Django) pour vérifier que le produit existe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Swagger gratuite avec API Platform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PHPUnit, README, 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2e service commun du projet — chaque étudiant le code individuellement.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 le projet Symfony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projet Symfony skeleton (sans front)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API Platform, Doctrine, Validator, HttpClient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serve doit lancer le serveur de dev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composer create-project symfony/skeleton:7.* avis-clients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avis-clients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composer require api orm validator http-client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composer require --dev maker phpunit/phpunit doctrine/doctrine-fixtures-bundle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symfony serve -d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.env (BD)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la connexion (MariaDB ou PostgreSQL)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BD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console Symfony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BD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pour démontrer le polyglottisme SGBD (vs Postgres pour Django)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DATABASE_URL="mysql://root:root@127.0.0.1:3306/avis_clients?serverVersion=10.11.2-MariaDB"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php bin/console doctrine:database:create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Review + migration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make:entity Review avec ses propriétés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(int 1-5), comment (text), productId (int), author (string), createdAt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make:migration puis doctrine:migrations:migrate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php bin/console make:entity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rating: integer, comment: text, productId: integer, author: string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php bin/console make:migration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php bin/console doctrine:migrations:migrate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CHECKPOINT — ON FAIT LE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— après les étapes 1, 2, 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F4F4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STADE, VOUS DEVRIEZ AVOIR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projet Symfony est créé et symfony serve fonctionne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La BD est créée (visible dans MySQL Workbench ou psql)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L'entité Review existe avec ses 5 champs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La table review est créée en base après migration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Aucune erreur dans var/log/dev.log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bloqué : levez la main, on débugue ensemble.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Platform — la magie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#[ApiResource] sur Review = CRUD complet auto-généré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/api/reviews, POST /api/reviews, GET /api/reviews/{id}, PATCH, DELETE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Swagger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GRATUITE sur /api/docs/, plus belle que celle DRF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Hypermedia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au format JSON-LD (HATEOAS, niveau 3 REST)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src/Entity/Review.php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ApiPlatform\Metadata\ApiResource;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#[ApiResource]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Review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vos propriétés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#[Assert\NotBlank], #[Assert\Range(min: 1, max: 5)]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Platform applique les validators avant de sauver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structurées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Platform renvoie un JSON détaillé (RFC 7807-like)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#[Assert\Range(min: 1, max: 5, notInRangeMessage: 'Note entre 1 et 5')]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?int $rating = null;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#[Assert\NotBlank]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#[Assert\Length(min: 5, max: 1000)]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?string $comment = null;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vers Catalogue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productId existe dans Catalogue avant d'enregistrer l'avis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injecté dans un service ou state processor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http://localhost:8000/api/v1/products/{id}/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produit n'existe pas (404), refuser l'avis avec 422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$response = $this-&gt;httpClient-&gt;request('GET',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'http://localhost:8000/api/v1/products/' . $productId . '/');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($response-&gt;getStatusCode() !== 200)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BadRequestException('Produit inexistant');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et tester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Catalogue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Django de S4 doit tourner sur :8000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Avis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serve (port :8000 par défaut, changer pour :8001)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http://localhost:8001/api/docs/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produit dans Catalogue (Django), puis un avis (Symfony)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CHECKPOINT — ON FAIT LE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— après les étapes 4 à 7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F4F4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STADE, VOUS DEVRIEZ AVOIR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GET /api/reviews répond une liste vide (puis populée)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POST /api/reviews crée un avis (code 201)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POST avec productId inexistant renvoie 422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POST avec rating &gt; 5 renvoie 422 avec message clair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Swagger UI sur /api/docs/ affiche tous les endpoints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bloqué : levez la main, on débugue ensemble.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PIÈGES CLASSIQUES — À ÉVITER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ça ne marche pas...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install échoue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vérifier PHP 8.2+ et extensions (pdo, mbstring, intl).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 invalide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format strict avec ?serverVersion à la fin.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make:entity ne propose rien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vérifier maker installé en dev : composer require --dev maker.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Platform ne génère pas les routes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vider le cache : php bin/console cache:clear.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renvoie ConnectException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vérifier que le service Django est bien lancé sur :8000.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PHPUnit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KernelTestCase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tests unitaires (services, entités)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WebTestCase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tests d'API (équivalent APITestCase Django)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3 tests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lecture, cas d'erreur (productId inexistant)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bin/phpunit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testCreateReview(): void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$client = static::createClient();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$client-&gt;request('POST', '/api/reviews',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content: json_encode(['rating' =&gt; 5, 'comment' =&gt; 'Top', 'productId' =&gt; 1]));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$this-&gt;assertResponseStatusCodeSame(201);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Postman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collection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Avis-Clients API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create, get-one, patch, delete + cas d'erreur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de pro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le schéma OpenAPI depuis /api/docs.json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→ Export → v2.1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Git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composer install, créer BD, lancer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vendor/, var/, .env.local, public/bundles/ (CRITIQUE)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add, commit, push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 CRUCIAL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public/bundles/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 &amp;&amp; git add . &amp;&amp; git commit -m 'Initial avis-clients'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CHECKPOINT — ON FAIT LE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 — vous avez fini quand...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F4F4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STADE, VOUS DEVRIEZ AVOIR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Tous les endpoints CRUD répondent (Postman + Swagger)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Validation fonctionne (422 sur rating &gt; 5 ou productId inexistant)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Au moins 3 tests PHPUnit passent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README permet de lancer le projet en 30 secondes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code est poussé sur Git (sans vendor/ ni var/)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bloqué : levez la main, on débugue ensemble.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RENDRE DANS 7 JOURS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du TP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vers le dépôt Git (GitHub ou GitLab)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de Swagger UI fonctionnel sur /api/docs/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Postman exportée (.json)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PDF 2 pages : choix techniques, différences observées avec Django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 : code 6 / API REST 3 / OpenAPI 3 / Tests 2 / Qualité 1.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VIENT DE FINIR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— TP Symfony Avis-Clients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34840" y="2011680"/>
            <a:ext cx="27432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926080"/>
            <a:ext cx="914400" cy="54864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— TP Docker et docker-compose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2 services qui tournent en local. Maintenant : on les met dans des conteneurs et on les fait dialoguer.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QUATRIÈME SÉANCE • TP • 1H45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— TP : Docker et docker-compose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Conteneuriser et orchestrer Django + Symfony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MENU — 1H45 DE PRATIQUE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du TP Docker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Docker (10 min de théorie)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pour le service Catalogue Django + Postgres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pour le service Avis-Clients Symfony + MariaDB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qui orchestre les 2 services + leurs 2 BD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communiquer Avis-Clients vers Catalogue dans le réseau Docker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checkpoints collectifs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: un seul docker-compose up lance tout votre écosystème.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9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DICO — À GARDER SOUS LES YEUX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 S8 — Docker / docker-compose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vocabulaire essentiel de la conteneurisation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NOUVEAUX TERMES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process isolé qui embarque son OS minimal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template figé d'où on lance les conteneurs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recette de construction d'une image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dépôt d'images (Docker Hub, GitLab Registry...)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couche d'une image (chaque instruction Dockerfile)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stockage persistant attaché à un conteneur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monte un dossier hôte dans le conteneur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Docker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réseau virtuel reliant les conteneurs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outil pour orchestrer plusieurs conteneurs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(compose)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 conteneur ou groupe dans le compose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ordre de démarrage des services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 périodique de vie d'un conteneur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commande lancée au démarrage du conteneur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fichiers à exclure du contexte de build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RAPPEL — DÉJÀ VUS PRÉCÉDEMMENT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précédemment :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Django/DRF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Symfony/API Platform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S8.1 — THÉORIE (10 MIN)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Docker en micro-services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tourne dans son propre environnement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image en dev, test, prod (fini le « ça marche chez moi »)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Polyglottisme facilité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et Symfony côte à côte sans conflits de versions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image = un artefact universel, déployable partout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pour le local, Kubernetes pour la prod (J4)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= pré-requis pour Kubernetes. Aujourd'hui : on apprend les bases.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tourner les 2 services dans Docker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Catalogue (Django) + sa BD Postgres → 2 conteneurs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Avis-Clients (Symfony) + sa BD MariaDB → 2 conteneurs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réseau Docker pour qu'Avis-Clients puisse appeler Catalogue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pour persister les données entre redémarrages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docker-compose up démarre tout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conteneurs + 1 réseau + 2 volumes orchestrés par docker-compose.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pour Catalogue (Django)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 (image légère)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requirements, pip install, copier code, expose port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runserver Django (gunicorn en prod plus tard)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"manage.py", "runserver", "0.0.0.0:8000"]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pour Avis-Clients (Symfony)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php:8.2-cli avec extensions intl, pdo_mysql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composer dans l'image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composer.json, composer install, copier code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serve ou php -S 0.0.0.0:8000 -t public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php:8.2-cli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 &amp;&amp; apt-get install -y libicu-dev unzip 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docker-php-ext-install intl pdo_mysql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--from=composer:latest /usr/bin/composer /usr/bin/composer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composer install --no-dev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["php", "-S", "0.0.0.0:8000", "-t", "public"]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services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catalog-db (postgres), avis, avis-db (mariadb)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réseau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flexshop-net, partagé par les 4 services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volumes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persister les données des 2 BD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env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 pointe vers le nom du service BD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catalog: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./catalogue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["8000:8000"]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[catalog-db]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catalog-db: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{POSTGRES_PASSWORD: secret}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[catalog_data:/var/lib/postgresql/data]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avis: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./avis-clients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["8001:8000"]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[avis-db]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avis-db: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mariadb:10.11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CHECKPOINT — ON FAIT LE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— après les étapes 1, 2, 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F4F4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STADE, VOUS DEVRIEZ AVOIR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Dockerfile de Catalogue se build sans erreur (docker build .)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Dockerfile d'Avis-Clients se build sans erreur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docker-compose.yml est syntaxiquement valide (docker-compose config)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Les 4 services apparaissent dans docker-compose ps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Aucune image en erreur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bloqué : levez la main, on débugue ensemble.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(.env)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.env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racine du compose, lu automatiquement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BD, JWT secret (plus tard)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commiter, avec valeurs factices, pour la doc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PAS commiter (déjà dans .gitignore)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(à la racine, pas commiter)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CATALOG_DB_PASSWORD=secret123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AVIS_DB_PASSWORD=secret456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Dans docker-compose.yml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POSTGRES_PASSWORD: ${CATALOG_DB_PASSWORD}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Docker — les services se parlent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par défaut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services du compose y sont automatiquement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DNS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est joignable par son nom (catalog, avis-db...)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avis, on appelle http://catalog:8000 et non http://localhost:8000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interne ≠ URL externe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votre navigateur c'est :8001, depuis avis c'est catalog:8000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Dans avis-clients, le code change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AVANT (en local)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$catalogUrl = 'http://localhost:8000';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APRÈS (dans Docker)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$catalogUrl = $_ENV['CATALOG_URL'] ?? 'http://catalog:8000';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pour la persistance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volume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perdues à chaque docker-compose down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nommé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gère, persiste indépendamment des conteneurs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un dossier hôte (utile pour dev : hot reload du code)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catalog_data:    # volume nommé (persiste)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avis_data: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catalog-db: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catalog_data:/var/lib/postgresql/data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catalog: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./catalogue:/app    # bind mount pour dev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docker-compose up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run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--build (1ère fois)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détaché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-d (en arrière-plan)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logs -f [service]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propre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down (garde les volumes)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up --build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attendre que les 4 services soient up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           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catalog-db        Up (healthy)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              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avis-db           Up (healthy)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CHECKPOINT — ON FAIT LE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— après les étapes 4 à 7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F4F4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STADE, VOUS DEVRIEZ AVOIR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docker-compose up démarre les 4 services sans erreur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Catalogue accessible sur http://localhost:8000/api/v1/products/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Avis-Clients accessible sur http://localhost:8001/api/reviews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Les BDs persistent après docker-compose down/up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docker-compose logs ne montre pas d'erreur critique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bloqué : levez la main, on débugue ensemble.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inter-services dans Docker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produit dans Catalogue, puis un avis dans Avis-Clients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l'avis n'est créé QUE si Avis-Clients arrive à appeler Catalogue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erreur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réseau Docker, le nom du service Catalogue dans la config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code Symfony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localhost:8000 par catalog:8000 ou utiliser env var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et debug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d'un service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logs -f catalog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dans un conteneur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exec avis bash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restart [service]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reset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down -v (attention, supprime volumes)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logs -f catalog avis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exec avis bash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exec avis php bin/console doctrine:migrations:status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down  # garde volumes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down -v  # supprime aussi volumes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healthcheck + dépendance saine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ne sait pas si la BD est prête, juste si elle a démarré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sur la BD + condition: service_healthy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applicatif attend que la BD soit vraiment prête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catalog-db: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healthcheck: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test: ["CMD-SHELL", "pg_isready -U postgres"]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interval: 5s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retries: 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depends_on: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catalog-db: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condition: service_healthy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PIÈGES CLASSIQUES — À ÉVITER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Docker fait des siennes...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très lent ou cassé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vérifier .dockerignore (ne pas copier vendor/, node_modules/, .git/).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n'arrive pas à appeler Catalogue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utiliser le NOM DU SERVICE (catalog:8000), pas localhost:8000.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déjà utilisé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lsof -i :8000 ou changer le port dans docker-compose.yml.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vide à chaque redémarrage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ajouter un volume nommé sur /var/lib/postgresql/data.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applicatif démarre avant la BD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healthcheck + depends_on avec condition: service_healthy.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RENDRE DANS 7 JOURS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du TP Docker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 avec : 2 Dockerfile + docker-compose.yml + .env.example + README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: docker-compose ps avec tous les services Up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: test inter-services réussi (un avis créé avec productId existant)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PDF 2 pages : difficultés rencontrées (surtout sur le réseau)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 : Dockerfiles 4 / docker-compose 5 / Inter-services 3 / Qualité 3.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JOURNÉE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maintenant 2 services qui dialoguent ! 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(Django) + Avis-Clients (Symfony) dans Docker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6809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DEVOIR GLOBAL DE LA JOURNÉE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rendu UNIQUE de 4-5 pages, à rendre dans 7 jours.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du projet FlexShop et présentation de votre équipe + contrat d'API (S5)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communication pour votre service (sync, async, broker ?) (S6)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le TP Symfony : différences observées avec Django (S7)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Git du TP Docker + capture docker-compose ps (S8)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J3 avec Sagas, JWT, et orchestration plus poussée. Bon courage entre-temps sur votre service 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Journée 2 - FlexShop</dc:title>
  <dc:subject>PptxGenJS Presentation</dc:subject>
  <dc:creator>Architecture Micro-services</dc:creator>
  <cp:lastModifiedBy>Architecture Micro-services</cp:lastModifiedBy>
  <cp:revision>1</cp:revision>
  <dcterms:created xsi:type="dcterms:W3CDTF">2026-06-05T21:09:49Z</dcterms:created>
  <dcterms:modified xsi:type="dcterms:W3CDTF">2026-06-05T21:09:49Z</dcterms:modified>
</cp:coreProperties>
</file>