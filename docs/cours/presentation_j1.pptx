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65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MICRO-SERVICES • JOURNÉE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l'introduction au premier service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S2 · S3 · S4 — Cinq trios de débats, un atelier, un TP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0" y="329184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heures de cours et pratique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JOURNÉE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va vivre ensemble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qu'est-ce qu'un micro-service 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— comment découper un système 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comment vos services se parlent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(1h45) :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— votre premier micro-service Django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pour chaque notion clé, on débat d'abord, on formalise ensuite.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SÉANCE • 1H45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Introduction aux micro-services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 surtout en parler ensemble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DE S1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va découvrir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</a:t>
            </a:r>
            <a:r>
              <a:rPr lang="en-US" sz="16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question : une mise en situation, on en débat, puis on nomme les choses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: ce que c'est, pourquoi c'est apparu, quand l'utiliser, quand surtout pas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Participez. Une intuition fausse explorée vaut mieux qu'une notion juste mémorisée.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9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DICO — À GARDER SOUS LES YEUX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S1 — Termes du jour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termes anglais et abréviations qu'on va croiser dans cette séance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NOUVEAUX TERMES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propriétés des transactions de base de données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interface entre logiciels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Bezos Mandate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note interne de Bezos en 2002 chez Amazon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culture qui fusionne dev et opérations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monolith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anti-pattern : services séparés mais couplés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Enterprise Service Bus — gros bus central de la SOA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JSON Web Token — jeton d'authentification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orchestrateur de conteneurs Docker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first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principe de Fowler : commencer monolithique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Minimum Viable Product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Polyglottisme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chaque service dans le langage le plus adapté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style d'API moderne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Sagas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pattern de transaction distribuée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Service-Oriented Architecture — ancêtre des micro-services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Two-pizza team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équipe de 6-8 personnes max (Amazon)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it, you run it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l'équipe code et exploite son service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1/5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coder votre premier projet Django ou Symfony pour un client.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 plus tard, le client a 50 000 utilisateurs. Le code est devenu énorme. Chaque déploiement prend 2h et casse la moitié du site.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 mal </a:t>
            </a:r>
            <a:r>
              <a:rPr lang="en-US" sz="1600" b="1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</a:t>
            </a: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monolithe (et ses limites)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déployée comme une seule unité, avec un seul processus, une seule base de données partagée.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gros mot.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WordPress, Stack Overflow, des milliers d'ERP sont monolithiques.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à développer, à débuguer, à déployer (au début). Transactions ACID natives.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ingérable quand code/équipe/trafic grossit. Tout redéployer pour la moindre modif.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monolithe a une durée de vie. Au-delà d'une certaine taille, il faut découper.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• DESCRIPTION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monolithe en pratique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dans un seul dépôt Git, un seul projet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processus système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seule, partagée par toute l'app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artefact (war, jar, container)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de fonction internes, pas de réseau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l'échelle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dupliquer l'application entière, même les parties peu utilisées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CONCRETS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WordPress (PHP)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Stack Overflow (ASP.NET monolithe au départ)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Shopify (encore très majoritairement monolithique)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Beaucoup de Django/Symfony débutants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quasi-totalité des ERP, CRM, ERP métier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• SCHÉMA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: l'architecture monolithique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822960" cy="8229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👤👤👤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00200" y="2286000"/>
            <a:ext cx="640080" cy="45720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377440" y="1463040"/>
            <a:ext cx="4206240" cy="2286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37744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MONOLITHIQUE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1031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606040" y="2103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Présentation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6060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606040" y="2606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1089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60604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794760"/>
            <a:ext cx="457200" cy="54864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0" y="4434840"/>
            <a:ext cx="2103120" cy="548640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9" name="Text 17"/>
          <p:cNvSpPr/>
          <p:nvPr/>
        </p:nvSpPr>
        <p:spPr>
          <a:xfrm>
            <a:off x="3474720" y="4434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BASE DE DONNÉES (unique)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dépôt Git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processus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déploiement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 base partagée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Scaling = dupliquer le tout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90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application, un seul déploiement, une seule base de données.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• DESCRIPTION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SOA — l'ancêtre des années 2000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GROS (coarse-grained), souvent une grande fonction métier par 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un BUS CENTRAL (Enterprise Service Bus), protocoles lourds SOAP/XML/WSDL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centralisée, comités, contrats stricts, standards d'entreprise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base partagée entre plusieurs services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lente, encadrée, coordination forte entre équipes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CONCRETS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IBM WebSphere ESB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Oracle Service Bus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BizTalk (Microsoft)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Beaucoup de SI bancaires legacy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ERP intégrés (SAP)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• SCHÉMA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: l'architecture SOA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822960" cy="8229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25880" y="2194560"/>
            <a:ext cx="457200" cy="36576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920240" y="1508760"/>
            <a:ext cx="6766560" cy="82296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920240" y="1508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 — Enterprise Service Bus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18745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central, gouvernance, transformation, routage SOAP/XML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2377440"/>
            <a:ext cx="274320" cy="36576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194560" y="278892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194560" y="2788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3840480"/>
            <a:ext cx="82296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68880" y="3840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377440"/>
            <a:ext cx="274320" cy="36576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886200" y="278892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886200" y="2788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840480"/>
            <a:ext cx="82296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60520" y="3840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2377440"/>
            <a:ext cx="274320" cy="36576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577840" y="278892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577840" y="2788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3840480"/>
            <a:ext cx="82296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852160" y="3840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0" y="2377440"/>
            <a:ext cx="274320" cy="36576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269480" y="278892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269480" y="2788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3840480"/>
            <a:ext cx="82296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543800" y="3840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services passent par le bus. Gouvernance lourde. Bus = goulot d'étranglement.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passe par le bus central. Le bus devient lui-même un monolithe géant.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2/5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2002. Le site rame. Chaque mise en prod casse une partie du site.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Bezos envoie une note de 5 lignes à toutes ses équipes. Cette note va changer l'industrie du logiciel.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votre avis, qu'est-ce qu'il leur a demandé 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Bezos Mandate, c'était...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5087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Réécrire tout le site en Java pour aller plus vite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51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Imposer que chaque équipe expose ses données par une API, point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9951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95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 1000 ingénieurs de plus pour scaler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micro-services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en petits services autonomes, déployables indépendamment, communiquant par le réseau via des API légères.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Bezos Mandate (2002)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expose ses données par API. Toute violation = licenciement.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(2009-2016)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 vers le cloud avec ce style. Porte-étendard public.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&amp; Fowler (2014)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formalisent le terme dans un article fondateur.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clé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est déployable INDÉPENDAMMENT.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révolution, une évolution de la SOA. Réponse pragmatique à des douleurs de scaling.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• DESCRIPTION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micro-services en pratique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PETITS (fine-grained), une capacité métier précise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REST/JSON, gRPC, messagerie async (Kafka). PAS de bus central.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par service, possédée et gérée par le 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par service, à un rythme propre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par service, autonome (« you build it, you run it »)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Polyglottisme :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dans la techno la plus adaptée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CONCRETS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Amazon (à partir de 2002)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Netflix (à partir de 2009)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Spotify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Uber, Airbnb, Twitter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majorité des fintech modernes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• SCHÉMA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: l'architecture micro-services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822960" cy="8229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82880" y="20116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25880" y="2194560"/>
            <a:ext cx="457200" cy="365760"/>
          </a:xfrm>
          <a:prstGeom prst="right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645920" cy="82296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920240" y="20116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463040"/>
            <a:ext cx="21945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023360" y="1463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40280"/>
            <a:ext cx="91440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463040"/>
            <a:ext cx="21945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92240" y="1463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2240280"/>
            <a:ext cx="91440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13232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23360" y="3154680"/>
            <a:ext cx="21945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023360" y="3154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931920"/>
            <a:ext cx="91440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6344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3154680"/>
            <a:ext cx="21945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92240" y="3154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3931920"/>
            <a:ext cx="91440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13232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BD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2423160"/>
            <a:ext cx="4572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566160" y="2423160"/>
            <a:ext cx="457200" cy="169164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bus central. Chaque service a SA BD. Communications directes ou async.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3/5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Friday, minuit. Amazon.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Recherche reçoit 100× le trafic habituel.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Historique-commandes reste à un niveau normal.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 monolithe, comment vous absorbez cette charge ? Avec des micro-services 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avantages (les vrais)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accepte la complexité, on récupère des bénéfices que le monolithe ne peut pas offrir.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indépendante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uniquement ce qui en a besoin (Recherche ×100, pas Historique).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indépendant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déploie en moyenne toutes les 11 secondes en interne.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Résilience par isolation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en panne ? La page produit s'affiche quand même.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Polyglottisme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science, Java transactionnel, Node temps réel.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autonomes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You build it, you run it ».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n°1 est la scalabilité indépendante. Le n°2 est le déploiement indépendant.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4/5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lundi matin, 9h. Vous prenez votre café.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gérez maintenant une appli découpée en 20 micro-services. Hier soir, un utilisateur a signalé un bug : « J'ai été débité mais je n'ai pas reçu ma commande. 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Racontez-moi votre pire cauchemar de la matinée.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inconvénients (les vrais aussi)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à payer. Massif, sous-estimé par les débutants. Les micro-services ne sont PAS pour tout le monde.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opérationnelle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services à monitorer, 20 bases, 20 pipelines.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réseau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de fonction = ns. Appel HTTP = ms. ×1000.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des données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transaction ACID entre services. Bonjour les Sagas.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distribué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requête traverse 5 services. Lequel a fauté ? Tracing obligatoire.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accrue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= une porte d'entrée.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échange une complexité simple et locale contre une complexité distribuée.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5/5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vous décrire 4 boîtes différentes.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chacune, vous votez : MONOLITHE ou MICRO-SERVICES.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défendrez votre choix.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Préparez vos arguments. Pas de neutre, il faudra choisir.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: Startup de 4 personnes, MVP de marketplace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33172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3317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722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: Plateforme e-commerce, 80 développeurs, 50M utilisateurs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33172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3317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722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 : Outil interne RH d'une PME, 200 utilisateurs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33172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3317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722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4 : Banque en ligne, 10M clients, équipes à rythmes différents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33172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3317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4747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722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les micro-services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: 1=Monolithe, 2=Micro-services, 3=Monolithe, 4=Micro-services.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Pertinents quand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équipe, produit mature, scalabilité hétérogène, DevOps mature.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Dangereux quand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 équipe (&lt; 10), MVP, app interne, pas d'expérience Kubernetes.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distributed monolith — services séparés mais couplés.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Monolith first » (Fowler) : commencer monolithique modulaire, extraire SEULEMENT ce qui le justifie.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— LES 3 ARCHITECTURES CÔTE À CÔTE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Monolithe vs SOA vs Micro-services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 (2000s)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en 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gros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petits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Appels de fonction internes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central (ESB), SOAP/XML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REST/JSON, async, pas de 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base partagée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Souvent base partagée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base PAR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redéployer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centrale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Indépendant par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Adapté quand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MVP, petite équipe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SI legacy à intégrer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 équipe, scale fine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hiérarchie : chaque archi est ADAPTÉE à un contexte. La pire erreur = appliquer la mauvaise.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VU EN S1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choses à retenir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monolithe n'est pas un gros mot — il a juste une durée de vie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micro-services = découpage en services autonomes, déployables indépendamment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clés : scalabilité indépendante, déploiement indépendant, résilience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complexité distribuée massive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Pertinents pour grandes équipes / produits matures. Sinon : monolithique modulaire.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VIENT DE FINIR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Introduction aux micro-services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34840" y="2011680"/>
            <a:ext cx="2743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0" y="2926080"/>
            <a:ext cx="914400" cy="54864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Décomposition en services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DEUXIÈME SÉANCE • 1H45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Décomposition en services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 la plus importante du projet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DE S2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COMMENT découper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décision la plus difficile à prendre et la plus coûteuse à corriger.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trios + un atelier pratique en binôme à la fin.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ne deviez retenir qu'une chose du module, ce serait probablement cette séance.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9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DICO — À GARDER SOUS LES YEUX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S2 — Termes du jour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du DDD (Domain-Driven Design) et de Conway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NOUVEAUX TERMES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(domaine)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 métier global que sert ton logiciel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Sous-domaine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une partie du domaine avec son vocabulaire propre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frontière où un mot a UN sens précis. Concept central DDD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Domain-Driven Design — méthode d'Eric Evans (2003)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language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langage commun devs/métier dans un bounded context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métier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une chose que le métier fait. Bonne unité de découpage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Couplage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degré de dépendance entre services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Cohésion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unité interne d'un service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de Conway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l'archi reflète l'organigramme (1968)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Conway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réorganiser les équipes EN PREMIER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Storming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atelier pour découvrir les bounded contexts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patron pour migrer un monolithe progressivement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Chatty service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anti-pattern : appelle 10 autres pour son job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1/5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devez découper une application e-commerce en micro-services.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collègue propose : « C'est simple, on fait un service Frontend, un service API, un service Base de données. 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cloche ? Argumentez en binôme, 2 minutes.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par CAPACITÉ MÉTIER, pas par couche technique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d'or. Découper par couches reproduit un monolithe en plus complexe.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découpage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API / Base. Aucune autonomie.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découpage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/ Panier / Commande / Paiement / Livraison.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simple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Une équipe peut-elle livrer une fonctionnalité en touchant UN seul service ? 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par couche technique = distributed monolith. Erreur n°1 des débutants.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2/5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plateforme e-commerce, un développeur dit : « Une COMMANDE, c'est une commande. Faisons UN seul service Commande pour tout le monde. »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Vente parle d'items, prix, paiement, validation.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Logistique parle d'adresses, poids, transporteur, suivi.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Faut-il vraiment UN seul service Commande ? Pourquoi ?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bonne solution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5087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service Commande qui contient tout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51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services distincts qui ont chacun leur propre Commande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9951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95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central + deux satellites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bounded context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logique où un mot a UN sens précis. Même mot dans deux contextes = deux services.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d'Eric Evans (2003) qui place le métier au centre du découpage.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language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l'intérieur d'un contexte, devs et métier parlent la même langue.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frontière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même mot a deux sens, c'est qu'il y a deux contextes.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Event Storming pour identifier les contextes via les événements.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Commande » en Vente ≠ « Commande » en Logistique. Deux contextes, deux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3/5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démarrez le découpage de FlexShop.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stagiaire propose : « Faisons un service par TABLE de base de données : User Service, Product Service, Order Service... C'est clair, non ? 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ou mauvaise idée ? Pourquoi ?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stratégies de décomposition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meilleure combine capacité métier (structure principale) avec affinement par charge ou criticité.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Capacité métier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Panier, Commande, Paiement. RÉFÉRENCE.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Sous-domaine DDD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structurée avec bounded contexts.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Cycle de vie de la donnée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fonctions qui manipulent la même donnée.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Profil de charge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Recherche-produit séparée du Catalogue.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Criticité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isolé (audit, sécurité, fiabilité).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Contrainte technologique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en Python à côté d'un Catalogue Java.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métier comme structure principale, affiner avec criticité et charge. Anti-pattern : découper par table SQL.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4/5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grande banque a 4 équipes back-end : Java, .NET, Cobol, Mainframe.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migre vers les micro-services. 18 mois plus tard, l'archi finale ressemble à : 4 services, un par techno.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Étonnant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résultat ? Aurait-on pu l'éviter ?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de Conway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 organisation qui conçoit un système produit nécessairement un système dont la structure copie la structure de communication. » — Conway, 1968.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archi reflète TOUJOURS l'organigramme.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en silos techniques = archi en silos techniques.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Conway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réorganiser les équipes EN PREMIER. L'archi émerge.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Two-pizza team (Amazon)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6-8 personnes par équipe.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tu subis la loi de Conway, soit tu l'utilises. Réorganise tes équipes AVANT de découper.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5/5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mois après votre découpage, un junior observe :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Pour un simple ajout au panier, ça appelle 8 services. La feature est étalée sur 3 dépôts. Et il y a un service Tout-en-un appelé pour tout. 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anti-patterns ici ? Listez-en autant que possible.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anti-patterns à éviter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encore que les bonnes pratiques, savoir reconnaître les pièges évite de gâcher un projet.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par couche technique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Frontend/API/DB. Distributed monolith garanti.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monolith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qu'on doit déployer ensemble. Pire des mondes.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Nano-services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trop fin, coordination cauchemardesque.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central: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trop gros que tous appellent.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Chatty service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qui appelle 10 autres pour son job.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ton découpage produit un de ces symptômes, redécoupe. Ne tente pas de réparer en surface.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COLLECTIF • 15 MINUTES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Décomposer un système hôtelier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hôtelière digitalise : réservation, check-in/out, chambres, facturation, fidélité, ménage, restauration, notifications, reporting.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binôme : proposez un découpage en 5-8 services.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Justifiez par capacité métier.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Listez les interactions.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Identifiez les ambiguïtés (où mettre la facturation ?).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solution possible (parmi d'autres)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UNE bonne réponse. Voici un découpage défendable.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modification, annulation, acompte.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Séjour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check-in/out, gestion sur place, room service.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chambres, ménage, maintenance.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+ Paiement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isolé pour la sécurité.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Fidélité, Notifications, Reporting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logiques propres, charges différentes.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Chambre » est partagée mais a un sens différent dans chaque contexte — bounded contexts respectés.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VU EN S2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idées clés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par capacité métier, JAMAIS par couche technique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bounded context = frontière où un mot a UN sens précis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stratégies — combiner capacité métier (principale) avec charge/criticité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de Conway inéluctable : soit tu la subis, soit tu l'utilises (Reverse Conway)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— surtout : couches, distributed monolith, Service central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VIENT DE FINIR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Décomposition en 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34840" y="2011680"/>
            <a:ext cx="2743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0" y="2926080"/>
            <a:ext cx="914400" cy="54864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Conception des API REST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TROISIÈME SÉANCE • 1H45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Conception des API REST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langage commun de vos services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DE S3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COMMENT vos services se parlent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vu CE QUE sont les micro-services et COMMENT les découper.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 : par quel langage ils dialoguent ? REST.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trios autour des notions clés.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qu'on voit aujourd'hui sera utilisé dans le TP de S4.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9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DICO — À GARDER SOUS LES YEUX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S3 — Termes du jour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vocabulaire HTTP/REST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NOUVEAUX TERMES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style d'API web défini par Fielding en 2000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chose métier exposée par l'API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l'adresse qui identifie une ressource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HTTP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GET, POST, PUT, PATCH, DELETE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 statut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2xx succès, 4xx client, 5xx serveur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appeler N fois = même résultat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 d'état serveur entre requêtes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URI + verbe HTTP = une opération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découper une collection (offset ou cursor)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gérer l'évolution : /api/v1/, /api/v2/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(Swagger)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standard de doc d'API en YAML/JSON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niveau 3 de REST : liens dans la réponse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7807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standard pour erreurs structurées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client négocie le format via header Accept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1/5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collègue débutant vous montre son API :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/createUser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/getAllProducts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/cancelOrder?id=42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/searchProductsByCategory?cat=phones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cloche ? Comment réécririez-vous ces 4 endpoints ?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RESSOURCES, pas actions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REST expose des ressources (noms, pluriel) et on agit dessus avec des verbes HTTP.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Pluriel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/products, /orders, /users. Jamais /product.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verbes dans les URIs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/products, pas POST /createProduct.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/orders/42/items pour les items de la commande 42.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Minuscules et tirets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/order-items, pas /OrderItems.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/api/v1/products dès le jour 1.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L'URI est un nom, le verbe HTTP est le verbe. POST /products = créer un produit.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2/5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app mobile envoie POST /orders pour créer une commande.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 met 30 sec à répondre, l'utilisateur perd la connexion.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réessaie automatiquement.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risque ? Comment l'éviter ?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verbes HTTP sont idempotents 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5087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PUT, DELETE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51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PUT, DELETE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9951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95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PATCH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HTTP et idempotence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opération idempotente peut être rejouée sans risque. Cruciale en distribué.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lire. Idempotent. Aucun effet de bord.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créer. NON idempotent. Rejouer = 2 créations.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remplacer. Idempotent.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partiellement. Pas garanti.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supprimer. Idempotent.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B (GET, PUT, DELETE). POST n'est PAS idempotent — d'où le risque de doublons.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3/5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API renvoie systématiquement HTTP 200 OK, même en cas de problème.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body contient { success: false, error: ... }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dev passe 3 jours à debug pourquoi son code ne détecte jamais d'erreur.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problème ? Que devriez-vous renvoyer ?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codes de statut HTTP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HTTP doit refléter le résultat. Mettre 200 sur une erreur casse toute la sémantique.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— Succès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OK, 201 Created (POST), 204 No Content (DELETE).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— Faute client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 401 pas authentifié, 403 pas autorisé, 404, 422 validation.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— Faute serveur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erreur interne, 503 indisponible.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(qui es-tu ?) ≠ 403 (je sais qui tu es mais NON).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body { error } avec un code 200 est une faute professionnelle.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4/5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lancez votre site e-commerce. Au début, 50 produits.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L'endpoint GET /products renvoie tout en une fois.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 plus tard, 50 000 produits. La requête /products renvoie 18 Mo. Votre app mobile crashe.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 manqué dès le début ?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filtrage, tri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collection susceptible de grossir DOIT être paginée. Dès le premier jour.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Offset/limit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?page=1&amp;page_size=20. Simple, intuitif.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?cursor=xyz&amp;limit=20. Robuste, perf constante.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?category=electronics&amp;min_price=100.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?search=casque+sans+fil.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?ordering=price ou ?ordering=-price.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 dès le jour 1, même avec 10 items. L'ajouter après coup casse les clients.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• TRIO 5/5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API est en prod depuis 6 mois. 12 clients (apps, sites partenaires) l'utilisent.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métier vous demande de renommer user_name en username dans la réponse JSON. Un détail, semble-t-il.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le faites ? Comment ? Qu'est-ce qui se passe si vous le faites en place ?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VOTE À MAIN LEVÉE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versionner votre API, vous choisissez 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5087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508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: /api/v1/products puis /api/v2/products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51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: Accept: application/vnd.api.v2+json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4688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995160" y="24688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9951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 : /api/products?version=2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bonne réponse — défendez votre choix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ALORS, COMMENT ÇA S'APPELLE 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des API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évolue. Les clients existants ne doivent pas casser. URI = stratégie la plus pragmatique.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URI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/api/v1/products. Lisible, debuggable. RECOMMANDÉ.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header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puriste mais invisible, difficile à debug.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query param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éviter, mélange filtrage et versioning.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v2 ?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breaking changes, pas un champ ajouté.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la v1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à 12 mois après la sortie de la v2.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par URI dès le jour 1. Ne JAMAIS modifier en place une API en prod.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DOCUMENTATION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et Swagger : la doc qui se génère seule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 : standard de description d'API en YAML/JSON.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: interface web qui rend l'OpenAPI navigable et testable.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drf-spectacular (Django) ou nelmio/api-doc (Symfony), la doc est générée DEPUIS LE CODE.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vous changez le code, la doc se met à jour automatiquement.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l'utiliserez concrètement dans le TP S4 sur /api/docs/.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VU EN S3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idées clés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= ressources (noms, pluriel) + verbes HTTP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verbes : GET, POST, PUT, PATCH, DELETE. GET, PUT, DELETE sont idempotents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de statut cohérents : 2xx succès, 4xx client, 5xx serveur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Paginer dès le jour 1. Versionner dès le jour 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avec OpenAPI 3.0 + Swagger UI, généré depuis le code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VIENT DE FINIR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Conception des API 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34840" y="2011680"/>
            <a:ext cx="27432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0" y="2926080"/>
            <a:ext cx="914400" cy="548640"/>
          </a:xfrm>
          <a:prstGeom prst="downArrow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PASSE 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TP : on passe à la pratique !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savez maintenant tout ce qu'il faut. Codons votre premier vrai micro-service.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QUATRIÈME SÉANCE • TP • 1H45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TP : votre premier micro-service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 + OpenAPI + Postman + Git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0"/>
            <a:ext cx="9144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MENU — 1H45 DE PRATIQUE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l'après-midi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codez le service Catalogue de FlexShop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étapes guidées : init projet → modèle → serializer → viewset → URLs → tests → doc Swagger → Git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checkpoints collectifs pour s'assurer que tout le monde avance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classiques signalés au fur et à mesure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: votre service répond, est documenté, testé, sur Git.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79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DICO — À GARDER SOUS LES YEUX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 S4 — Termes du jour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Termes Django / DRF — beaucoup de vocabulaire technique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NOUVEAUX TERMES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Django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container global créé par startproject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Django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module fonctionnel dans le projet (startapp)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(model)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classe Python qui représente une table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fichier de transition de schéma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traduit code Python ↔ requêtes SQL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liste paresseuse de résultats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Django REST Framework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transforme modèle ↔ JSON et valide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ModelSerializer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serializer auto-généré depuis un modèle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ViewSet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vue qui regroupe plusieurs opérations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ModelViewSet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CRUD complet auto-généré. Le bonbon de DRF.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DRF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génère les URLs d'un ViewSet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génère OpenAPI depuis le code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APITestCase</a:t>
            </a: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classe DRF pour tester les APIs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8229600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5A637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RAPPEL — DÉJÀ VUS PRÉCÉDEMMENT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S1/S2/S3 : </a:t>
            </a: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(Fielding) · </a:t>
            </a: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</a:t>
            </a: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(URI au pluriel) · </a:t>
            </a: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HTTP</a:t>
            </a: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(GET/POST/PUT/PATCH/DELETE) · </a:t>
            </a: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OpenAPI/Swagger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Catalogue de FlexShop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service de FlexShop, l'e-commerce du projet.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une API REST pour gérer les produits.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 consulté par les autres services (panier, recherche...).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petit mais c'est un VRAI service. Devra tourner en prod un jour.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le projet Django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venv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dépendances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django, djangorestframework, drf-spectacular, django-filter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freeze &gt; requirements.txt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venv venv &amp;&amp; source venv/bin/activate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django djangorestframework drf-spectacular django-filter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freeze &gt; requirements.txt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django-admin startproject catalog_project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startapp products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settings.py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INSTALLED_APPS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rest_framework, drf_spectacular, django_filters, products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REST_FRAMEWORK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par 10, filter_backends, schema_class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SPECTACULAR_SETTINGS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description, version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INSTALLED_APPS = [..., 'rest_framework', 'drf_spectacular',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'django_filters', 'products']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REST_FRAMEWORK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'DEFAULT_PAGINATION_CLASS': '...PageNumberPagination',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'PAGE_SIZE': 10,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Product + migration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models.py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avec contraintes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DecimalField pour price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FloatField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makemigrations puis migrate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Product(models.Model):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models.CharField(max_length=200)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= models.DecimalField(max_digits=10, decimal_places=2)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stock = models.PositiveIntegerField(default=0)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— après les étapes 1, 2, 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venv est actif (prompt affiche (venv))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Vous avez catalog_project/ + products/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python manage.py runserver lance sans erreur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python manage.py migrate a tourné sans erreur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modèle Product est défini avec ses champs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bloqué : levez la main, on débugue ensemble.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serializer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ModelSerializer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auto-généré depuis le modèle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read_only_fields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le client de définir id, dates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validate_&lt;field&gt;()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custom par champ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ProductSerializer(serializers.ModelSerializer):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Meta: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Product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['id', 'name', 'price', 'stock', ...]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read_only_fields = ['id', 'created_at', 'updated_at']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ViewSet — la magie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ModelViewSet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AUTO list, retrieve, create, update, destroy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filter_backends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+ recherche + ordering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REST complet en 10 lignes utiles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ProductViewSet(viewsets.ModelViewSet):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queryset = Product.objects.all()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serializer_class = ProductSerializer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filterset_fields = ['category']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search_fields = ['name', 'description']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ordering_fields = ['price', 'created_at']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URLs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DefaultRouter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TOUTES les URLs automatiquement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projet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include('products.urls') sous /api/v1/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Swagger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SpectacularAPIView + SpectacularSwaggerView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DefaultRouter()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router.register(r'products', ProductViewSet)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path('api/v1/', include('products.urls'))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path('api/docs/', SpectacularSwaggerView.as_view(...))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et tester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Runserver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manage.py runserver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http://localhost:8000/api/v1/products/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http://localhost:8000/api/docs/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créer un produit DIRECTEMENT depuis Swagger UI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après les étapes 4 à 7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GET /api/v1/products/ répond { count, next, previous, results }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POST /api/v1/products/ avec body JSON crée un produit (201)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GET /api/v1/products/1/ renvoie un produit (ou 404)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DELETE /api/v1/products/1/ supprime (204)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Swagger UI sur /api/docs/ montre tous vos endpoints</a:t>
            </a:r>
            <a:endParaRPr lang="en-US" sz="1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PIÈGES CLASSIQUES — À ÉVITER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ça ne marche pas...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ModuleNotFoundError au lancement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venv pas activé. Vérifier (venv).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'products' isn't installed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oubli dans INSTALLED_APPS.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changé mais base pas à jour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makemigrations puis migrate.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renvoie 415 Unsupported Media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Postman : Body → raw → JSON (pas Text).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renvoie 400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lire le BODY de la réponse, DRF dit quel champ.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APITestCase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DRF avec self.client.get/post/patch/delete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minimum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create, et un cas d'erreur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manage.py test products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ProductAPITests(APITestCase):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test_list_products(self):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self.client.get('/api/v1/products/')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self.assertEqual(response.status_code, 200)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Postman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collection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requête par opération CRUD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filtrage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?search=casque, ?ordering=-price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de pro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→ URL http://localhost:8000/api/schema/ → tout est généré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→ Export → v2.1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7951C"/>
          </a:solidFill>
          <a:ln w="12700">
            <a:solidFill>
              <a:srgbClr val="C795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ÉTAPE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Git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et lancement en 30 secondes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venv/, db.sqlite3, __pycache__/. CRITIQUE.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add, commit, remote, push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 &amp;&amp; git add . &amp;&amp; git commit -m 'Initial catalog'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&lt;URL&gt;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CRUCIAL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db.sqlite3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CHECKPOINT — ON FAIT LE 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 — vous avez fini quand...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0" cy="2468880"/>
          </a:xfrm>
          <a:prstGeom prst="rect">
            <a:avLst/>
          </a:prstGeom>
          <a:solidFill>
            <a:srgbClr val="F4F4F4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STADE, VOUS DEVRIEZ AVOIR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0604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Tous les endpoints CRUD répondent (Postman + Swagger)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Pagination, filtrage, recherche, ordering fonctionnent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Au moins 3 tests unitaires passent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README permet de cloner et lancer en moins de 30 sec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 code est poussé sur Git (sans db.sqlite3 ni venv/ !)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RENDRE DANS 7 JOURS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du TP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le dépôt Git (GitHub ou GitLab)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de Swagger UI fonctionnel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Postman exportée (.json)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PDF 2 pages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: code 6 / REST 3 / OpenAPI 3 / Tests 2 / Qualité 1. Bonus jusqu'à +2.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JOURNÉE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0" y="36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cette journée ! 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maintenant un VRAI micro-service qui tourne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DEVOIR GLOBAL DE LA JOURNÉE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rendu UNIQUE de 4-5 pages, à rendre la semaine prochaine.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en services d'un sujet métier + DDD + bounded contexts (S1+S2)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API REST de l'un de vos services (S3)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sur le TP — choix techniques, difficultés (S4)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votre dépôt Git du service Catalogue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continuation, à très bientôt pour la suite du module 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6498</Words>
  <Application>Microsoft Office PowerPoint</Application>
  <PresentationFormat>Affichage à l'écran (16:9)</PresentationFormat>
  <Paragraphs>915</Paragraphs>
  <Slides>85</Slides>
  <Notes>85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85</vt:i4>
      </vt:variant>
    </vt:vector>
  </HeadingPairs>
  <TitlesOfParts>
    <vt:vector size="8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Journée 1 - Architecture micro-services</dc:title>
  <dc:subject>PptxGenJS Presentation</dc:subject>
  <dc:creator>Architecture Micro-services</dc:creator>
  <cp:lastModifiedBy>DAHI Sidi-ext</cp:lastModifiedBy>
  <cp:revision>2</cp:revision>
  <dcterms:created xsi:type="dcterms:W3CDTF">2026-05-31T22:29:08Z</dcterms:created>
  <dcterms:modified xsi:type="dcterms:W3CDTF">2026-05-31T22:59:43Z</dcterms:modified>
</cp:coreProperties>
</file>